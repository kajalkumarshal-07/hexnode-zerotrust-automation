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4F4A-615A-6619-3440-5D1FF88A3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0A66C-D36D-47B7-4B18-91D74B269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B9D94-3762-65E4-4D2A-0DFC46DF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2A8BA-7CAC-8207-DDB6-3237AEC8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975D9-1EDD-38C4-1386-3E54EB48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F9B4-C287-4944-4D11-A3FDB9EE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3383-607E-F16F-F3D4-F22EC4199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7742-1BBD-DDFD-DB22-A7F39035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03143-CB0D-960F-8A40-C9BDB114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285B-F7D0-09F6-C5E6-0A21F7ED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8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34E3-6106-7FB5-EC20-7FEF5B4E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4685D-2265-AD9A-3AD6-6BB027D73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6FA38-B623-45E3-71AC-ACE7721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489A-9E3F-8CB8-3B92-BC0A7977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A18E-CAFF-6480-2B44-2E8FACDD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2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8C25-EEDC-2A85-3B79-DB7BEB20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1976-AAB4-0CC7-A0C4-224E41633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8AAEC-1BF9-6FF6-564F-CECB110F9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7F89F-C346-A068-C2B5-08ADDC33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0822C-7B0D-09AA-AFE8-6F399D42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CEA35-7A6D-9891-7515-962777E5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7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6DBA-374D-AA04-1FA8-073797E7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EDA8D-161B-55F5-A9EC-2A13893B9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611D4-1BFC-78B8-5B87-D5DA47DCC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A4C5F-509A-CAA0-BEEB-E696A1490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CEC5F-5F63-52FE-CE79-BB4B09A7B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E1DF3-3DFC-6208-23EA-4ECF5F34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CE95D-3483-B00A-3896-6F4A6270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526FB-E34E-4987-7F72-76BF2C0F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2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3EBA-3395-10B7-2445-C2AC3511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5AB34-54DD-8C6B-CD14-BA9FF50BE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BB48E-7214-0572-6873-D6B29515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D1A21-1CCF-665A-8982-A5C94060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0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7218A-DBAE-7F8C-67FF-BA6E1D2A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358DE-A265-5D68-0CD6-49131878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1D08E-1338-569C-9032-C279A400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5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6ED3-3B73-B5D3-06D9-D0FA5FB8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F699-2612-8E7B-ADA1-FFCBD094B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747D4-16F7-BCF4-0FD7-868E70C7A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4BAC4-D4D4-D0CC-63EB-C163FB2E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BF220-E6F1-EACC-00AB-1AFCAA43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6C732-772B-36FF-F892-F003FE91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2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73DE-6BB2-26C2-49B9-FEE9B473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EEFEB7-66AF-7846-406B-650FF963E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0D871-2C39-A4A6-EDF2-D1BEB03E7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23AB-3785-C941-0783-BBD84E51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E225-37E2-2696-620F-06A7C127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C02-406D-06E5-479B-58E2C453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2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D722-E009-067E-2383-C4561080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574CF-908B-AA37-63EE-72F412B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60F60-0154-D0D9-A861-FD9B1AD2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6D61-5D6C-D764-4096-CA17CD4A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A4EA-FD58-C6BE-B501-A1959573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FD1B4-5636-1E0C-70EB-26365282F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EB369-2186-E0E9-89EF-F69154C81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5FE93-D012-6339-B04B-8F7A3CB4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8343-CD38-7A41-895D-C60099DA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8442A-1E68-A0F1-0660-209DB934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8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24619-4D8B-5711-8732-44318F67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1D21F-2005-A8F2-800F-FF02D189C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2C97-DE4F-DB47-DD40-A8A21A242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7D624-B305-4958-8D9D-31148005868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3A22-2943-2047-5F82-70848DBC7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FD64-7896-9D61-95EB-0EA12144A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1F292-66C1-4A10-93BB-77AC1B4A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3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1A824-3A50-F836-3B39-B81C35680B1A}"/>
              </a:ext>
            </a:extLst>
          </p:cNvPr>
          <p:cNvSpPr txBox="1"/>
          <p:nvPr/>
        </p:nvSpPr>
        <p:spPr>
          <a:xfrm>
            <a:off x="635000" y="1524000"/>
            <a:ext cx="1092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400" b="1"/>
              <a:t>HEXNODE ZERO TRUST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E4115-FC5F-E837-122A-AFE1B0B9C6AC}"/>
              </a:ext>
            </a:extLst>
          </p:cNvPr>
          <p:cNvSpPr txBox="1"/>
          <p:nvPr/>
        </p:nvSpPr>
        <p:spPr>
          <a:xfrm>
            <a:off x="635000" y="29210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/>
              <a:t>AUTOMATION SUITE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DAFAD-A6D2-EBA7-C6D1-C507BDCB7625}"/>
              </a:ext>
            </a:extLst>
          </p:cNvPr>
          <p:cNvSpPr txBox="1"/>
          <p:nvPr/>
        </p:nvSpPr>
        <p:spPr>
          <a:xfrm>
            <a:off x="635000" y="3937000"/>
            <a:ext cx="1092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Complete Enterprise Security Automation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66899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E934B-5010-D922-8069-FEA22EF1674B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C58B2-ABE5-3C6E-5E94-0E978F5C6135}"/>
              </a:ext>
            </a:extLst>
          </p:cNvPr>
          <p:cNvSpPr txBox="1"/>
          <p:nvPr/>
        </p:nvSpPr>
        <p:spPr>
          <a:xfrm>
            <a:off x="635000" y="1651000"/>
            <a:ext cx="10922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Complete Zero Trust security automation for enterprise endpoints
â€¢ Automated compliance checking, vulnerability scanning, and remediation
â€¢ Real-time SIEM integration with Splunk, Carbon Black, CrowdStrike
â€¢ 85% faster threat response with &lt; 5 minute remediation
â€¢ 100% policy compliance across all managed devices
â€¢ Seamless integration with existing Hexnode UEM infrastructure
â€¢ ROI: Reduce security incidents by 60% and IT workload by 40%</a:t>
            </a:r>
          </a:p>
        </p:txBody>
      </p:sp>
    </p:spTree>
    <p:extLst>
      <p:ext uri="{BB962C8B-B14F-4D97-AF65-F5344CB8AC3E}">
        <p14:creationId xmlns:p14="http://schemas.microsoft.com/office/powerpoint/2010/main" val="2455827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7EE6A-156D-B18D-8303-A38DB4A852A6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THE 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48E1F-5512-B774-3DC1-A5A7ABFB6BA4}"/>
              </a:ext>
            </a:extLst>
          </p:cNvPr>
          <p:cNvSpPr txBox="1"/>
          <p:nvPr/>
        </p:nvSpPr>
        <p:spPr>
          <a:xfrm>
            <a:off x="635000" y="1651000"/>
            <a:ext cx="10922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Manual security processes are slow and error-prone
â€¢ Average time to detect threats: 207 days (IBM 2024)
â€¢ Average time to contain breaches: 73 days
â€¢ Lack of real-time compliance monitoring
â€¢ Siloed security tools without automation
â€¢ Growing attack surface with remote workforce
â€¢ Regulatory compliance pressure (GDPR, HIPAA, SOC2)
â€¢ IT teams overwhelmed with routine security tasks</a:t>
            </a:r>
          </a:p>
        </p:txBody>
      </p:sp>
    </p:spTree>
    <p:extLst>
      <p:ext uri="{BB962C8B-B14F-4D97-AF65-F5344CB8AC3E}">
        <p14:creationId xmlns:p14="http://schemas.microsoft.com/office/powerpoint/2010/main" val="53807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E93A40-413F-085D-2153-FF22477FDF4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OUR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AA1CE-53AE-D832-5DBC-C6875853F9B0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Zero Trust Architecture: Never trust, always verify
â€¢ Automated Compliance: Real-time device health monitoring
â€¢ Intelligent Remediation: AI-powered threat response
â€¢ Unified Management: Single pane of glass via Hexnode UEM
â€¢ API-First Design: Integrate with any security tool
â€¢ Scalable: From 10 to 10,000+ devices</a:t>
            </a:r>
          </a:p>
        </p:txBody>
      </p:sp>
    </p:spTree>
    <p:extLst>
      <p:ext uri="{BB962C8B-B14F-4D97-AF65-F5344CB8AC3E}">
        <p14:creationId xmlns:p14="http://schemas.microsoft.com/office/powerpoint/2010/main" val="419105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93871-2725-7404-03AA-03FEBE44A355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ARCHITECTURE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B509F-BFE8-37D6-0145-F52CB8CE8C76}"/>
              </a:ext>
            </a:extLst>
          </p:cNvPr>
          <p:cNvSpPr txBox="1"/>
          <p:nvPr/>
        </p:nvSpPr>
        <p:spPr>
          <a:xfrm>
            <a:off x="3302000" y="2667000"/>
            <a:ext cx="635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/>
              <a:t>â†’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100D9-03F9-2AAE-D8C3-E63463AD86AC}"/>
              </a:ext>
            </a:extLst>
          </p:cNvPr>
          <p:cNvSpPr txBox="1"/>
          <p:nvPr/>
        </p:nvSpPr>
        <p:spPr>
          <a:xfrm>
            <a:off x="6985000" y="2667000"/>
            <a:ext cx="635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/>
              <a:t>â†’</a:t>
            </a:r>
          </a:p>
        </p:txBody>
      </p:sp>
    </p:spTree>
    <p:extLst>
      <p:ext uri="{BB962C8B-B14F-4D97-AF65-F5344CB8AC3E}">
        <p14:creationId xmlns:p14="http://schemas.microsoft.com/office/powerpoint/2010/main" val="333826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453C7-2EDA-B50B-EC4E-721F3910E0F7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COMPLIANCE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636CD-7E68-06A0-F322-BB1F8EFCD51B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Real-time device compliance monitoring
â€¢ Checks: Firewall, Encryption, Defender, Updates
â€¢ Jailbreak/Root detection
â€¢ Security service verification
â€¢ Automatic quarantine for non-compliant devices
â€¢ Custom compliance rules engine</a:t>
            </a:r>
          </a:p>
        </p:txBody>
      </p:sp>
    </p:spTree>
    <p:extLst>
      <p:ext uri="{BB962C8B-B14F-4D97-AF65-F5344CB8AC3E}">
        <p14:creationId xmlns:p14="http://schemas.microsoft.com/office/powerpoint/2010/main" val="74635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FA517-7A7E-594E-01AA-8A6DF3ED4169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VULNERABILITY SCANNING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D9C9C-621C-4EB9-7BE6-F4E780456258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CVE detection and patch verification
â€¢ Software inventory and version auditing
â€¢ Suspicious process detection
â€¢ Malicious network connection monitoring
â€¢ Risk scoring (Critical/High/Medium/Low)
â€¢ Automated vulnerability remediation</a:t>
            </a:r>
          </a:p>
        </p:txBody>
      </p:sp>
    </p:spTree>
    <p:extLst>
      <p:ext uri="{BB962C8B-B14F-4D97-AF65-F5344CB8AC3E}">
        <p14:creationId xmlns:p14="http://schemas.microsoft.com/office/powerpoint/2010/main" val="10179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AF12D-D998-B2BF-67FE-6E035A01DC7C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FIREWALL ENFORCEMENT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F787B-483E-90DA-DB0D-1A33BE1A5E5F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Windows Firewall profile management</a:t>
            </a:r>
            <a:r>
              <a:rPr lang="fr-FR" sz="1600"/>
              <a:t>
â€¢ Dangerous port blocking (RDP, SMB, etc.)
â€¢ Malicious IP blacklisting
â€¢ Security service enforcement
â€¢ Unnecessary service disabling</a:t>
            </a:r>
            <a:r>
              <a:rPr lang="en-US" sz="1600"/>
              <a:t>
â€¢ Firewall logging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85983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7DF99-B563-DA79-D519-348513F1E817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OS UPDATES AUTOMATION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868F1-8702-F8C4-BA65-385EFC6804AD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Automated Windows Update orchestration
â€¢ Critical patch prioritization
â€¢ Background download and install
â€¢ Reboot requirement detection
â€¢ Update compliance reporting
â€¢ Maintenance window support</a:t>
            </a:r>
          </a:p>
        </p:txBody>
      </p:sp>
    </p:spTree>
    <p:extLst>
      <p:ext uri="{BB962C8B-B14F-4D97-AF65-F5344CB8AC3E}">
        <p14:creationId xmlns:p14="http://schemas.microsoft.com/office/powerpoint/2010/main" val="391792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001983-32D8-EE86-EE42-5D3C92D02E40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BULK PROVISIONING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7488F-4A66-4C9E-CCAE-8B855440B926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CSV-based device inventory import
â€¢ Automatic device group assignment
â€¢ Policy application by location/department
â€¢ App deployment automation
â€¢ Welcome message and onboarding
â€¢ Scalable from 10 to 10,000+ devices</a:t>
            </a:r>
          </a:p>
        </p:txBody>
      </p:sp>
    </p:spTree>
    <p:extLst>
      <p:ext uri="{BB962C8B-B14F-4D97-AF65-F5344CB8AC3E}">
        <p14:creationId xmlns:p14="http://schemas.microsoft.com/office/powerpoint/2010/main" val="3408526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60A082-4FA7-91DF-D34F-AFE9E4FE351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FEATURE: SIEM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C63AF-C182-81CD-1F8F-C987292CBC36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Splunk HEC webhook integration</a:t>
            </a:r>
            <a:r>
              <a:rPr lang="sv-SE" sz="1600"/>
              <a:t>
â€¢ Carbon Black EDR alert handling</a:t>
            </a:r>
            <a:r>
              <a:rPr lang="en-US" sz="1600"/>
              <a:t>
â€¢ CrowdStrike Falcon XDR support
â€¢ Generic webhook endpoint
â€¢ Severity-based automated response
â€¢ Real-time alert processing</a:t>
            </a:r>
          </a:p>
        </p:txBody>
      </p:sp>
    </p:spTree>
    <p:extLst>
      <p:ext uri="{BB962C8B-B14F-4D97-AF65-F5344CB8AC3E}">
        <p14:creationId xmlns:p14="http://schemas.microsoft.com/office/powerpoint/2010/main" val="44622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4F0AB8-D323-762A-D0C2-7D132A9C9DCE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INTEGRATION ECOSYSTEM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AE35B-53A4-DD02-9764-A0977C872AC0}"/>
              </a:ext>
            </a:extLst>
          </p:cNvPr>
          <p:cNvSpPr txBox="1"/>
          <p:nvPr/>
        </p:nvSpPr>
        <p:spPr>
          <a:xfrm>
            <a:off x="635000" y="3810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REST API for custom integrations
â€¢ Webhook support for real-time alerts
â€¢ PowerShell and Python SDKs</a:t>
            </a:r>
            <a:r>
              <a:rPr lang="it-IT" sz="1600"/>
              <a:t>
â€¢ CI/CD pipeline integration
â€¢ Ticketing system integration (ServiceNow, Jira)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56236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1996E-C54E-6530-F4DB-F63B4663680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SECURITY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10667-23ED-7AFA-51AF-0AC6EEB21F6C}"/>
              </a:ext>
            </a:extLst>
          </p:cNvPr>
          <p:cNvSpPr txBox="1"/>
          <p:nvPr/>
        </p:nvSpPr>
        <p:spPr>
          <a:xfrm>
            <a:off x="635000" y="4191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Least Privilege Access Control
â€¢ Micro-segmentation of Network
â€¢ Continuous Security Validation
â€¢ Automated Threat Response
â€¢ Compliance as Code</a:t>
            </a:r>
          </a:p>
        </p:txBody>
      </p:sp>
    </p:spTree>
    <p:extLst>
      <p:ext uri="{BB962C8B-B14F-4D97-AF65-F5344CB8AC3E}">
        <p14:creationId xmlns:p14="http://schemas.microsoft.com/office/powerpoint/2010/main" val="526805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F409D-2203-9ADB-CB83-D9C61F64365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ROI &amp; VALUE PROPOSITION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CEBA7-C46A-2659-AB00-77D7D55391A8}"/>
              </a:ext>
            </a:extLst>
          </p:cNvPr>
          <p:cNvSpPr txBox="1"/>
          <p:nvPr/>
        </p:nvSpPr>
        <p:spPr>
          <a:xfrm>
            <a:off x="635000" y="4191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Reduced mean time to detect (MTTD) from days to minutes
â€¢ Reduced mean time to respond (MTTR) from hours to seconds
â€¢ Lower compliance audit costs with automated reporting
â€¢ Improved security posture with continuous monitoring
â€¢ Better resource utilization with automated routine tasks</a:t>
            </a:r>
          </a:p>
        </p:txBody>
      </p:sp>
    </p:spTree>
    <p:extLst>
      <p:ext uri="{BB962C8B-B14F-4D97-AF65-F5344CB8AC3E}">
        <p14:creationId xmlns:p14="http://schemas.microsoft.com/office/powerpoint/2010/main" val="4287122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AF32A-0332-AD2B-9D4E-5872DC356884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IMPLEMENTATION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7452B-E2EA-86CA-07CA-CC0DF3298762}"/>
              </a:ext>
            </a:extLst>
          </p:cNvPr>
          <p:cNvSpPr txBox="1"/>
          <p:nvPr/>
        </p:nvSpPr>
        <p:spPr>
          <a:xfrm>
            <a:off x="635000" y="3937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Phase 1: Configure Hexnode API, create quarantine groups
â€¢ Phase 2: Upload and test all automation scripts
â€¢ Phase 3: Create automations with triggers and schedules
â€¢ Phase 4: Integrate with SIEM and test alert handling
â€¢ Phase 5: Production deployment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43682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9764C-5EA6-0089-31B5-97F8834D46AC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TECHNICAL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492F1-0763-C584-57C0-50078915B940}"/>
              </a:ext>
            </a:extLst>
          </p:cNvPr>
          <p:cNvSpPr txBox="1"/>
          <p:nvPr/>
        </p:nvSpPr>
        <p:spPr>
          <a:xfrm>
            <a:off x="635000" y="1651000"/>
            <a:ext cx="10922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Hexnode UEM subscription with API access
â€¢ Windows 10/11 devices (managed by Hexnode)
â€¢ PowerShell 5.1+ (for Windows scripts)
â€¢ Python 3.8+ (for API integrations)
â€¢ Network connectivity to Hexnode API endpoints
â€¢ SIEM system (optional: Splunk, Carbon Black, CrowdStrike)
â€¢ Admin privileges on target devices</a:t>
            </a:r>
          </a:p>
        </p:txBody>
      </p:sp>
    </p:spTree>
    <p:extLst>
      <p:ext uri="{BB962C8B-B14F-4D97-AF65-F5344CB8AC3E}">
        <p14:creationId xmlns:p14="http://schemas.microsoft.com/office/powerpoint/2010/main" val="985995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8EE7EE-B978-4242-43A7-830E83066340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QUICK START GUIDE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3FB76-DABB-1F94-6C66-04949AF076FD}"/>
              </a:ext>
            </a:extLst>
          </p:cNvPr>
          <p:cNvSpPr txBox="1"/>
          <p:nvPr/>
        </p:nvSpPr>
        <p:spPr>
          <a:xfrm>
            <a:off x="635000" y="3937000"/>
            <a:ext cx="10922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Edit hexnode_config.json with your API credentials
â€¢ Upload .ps1 scripts to Hexnode Custom Scripts
â€¢ Create automations with time/activity triggers
â€¢ Enable automations and monitor results</a:t>
            </a:r>
          </a:p>
        </p:txBody>
      </p:sp>
    </p:spTree>
    <p:extLst>
      <p:ext uri="{BB962C8B-B14F-4D97-AF65-F5344CB8AC3E}">
        <p14:creationId xmlns:p14="http://schemas.microsoft.com/office/powerpoint/2010/main" val="1994288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ECD1F4-A761-FD10-3ADE-79F547DFF156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54F5F-4D93-F92F-9056-06BCB4B75C29}"/>
              </a:ext>
            </a:extLst>
          </p:cNvPr>
          <p:cNvSpPr txBox="1"/>
          <p:nvPr/>
        </p:nvSpPr>
        <p:spPr>
          <a:xfrm>
            <a:off x="635000" y="1651000"/>
            <a:ext cx="1092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â€¢ Schedule technical deep-dive demonstration
â€¢ Identify pilot group for proof of concept
â€¢ Review Hexnode API documentation
â€¢ Plan integration with existing SIEM infrastructure
â€¢ Define compliance requirements and policies
â€¢ Establish success metrics and KPIs</a:t>
            </a:r>
          </a:p>
        </p:txBody>
      </p:sp>
    </p:spTree>
    <p:extLst>
      <p:ext uri="{BB962C8B-B14F-4D97-AF65-F5344CB8AC3E}">
        <p14:creationId xmlns:p14="http://schemas.microsoft.com/office/powerpoint/2010/main" val="7955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9E94B-BD01-C590-E7B8-D9A574223EB1}"/>
              </a:ext>
            </a:extLst>
          </p:cNvPr>
          <p:cNvSpPr txBox="1"/>
          <p:nvPr/>
        </p:nvSpPr>
        <p:spPr>
          <a:xfrm>
            <a:off x="635000" y="1905000"/>
            <a:ext cx="1092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400" b="1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9B77F-54B4-A116-855E-052A5221CEFF}"/>
              </a:ext>
            </a:extLst>
          </p:cNvPr>
          <p:cNvSpPr txBox="1"/>
          <p:nvPr/>
        </p:nvSpPr>
        <p:spPr>
          <a:xfrm>
            <a:off x="635000" y="3175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50554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PresentationFormat>Widescreen</PresentationFormat>
  <Paragraphs>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KajalKumar Shal</dc:creator>
  <cp:lastModifiedBy>KajalKumar Shal</cp:lastModifiedBy>
  <cp:revision>1</cp:revision>
  <dcterms:created xsi:type="dcterms:W3CDTF">2026-08-06T09:21:39Z</dcterms:created>
  <dcterms:modified xsi:type="dcterms:W3CDTF">2026-08-06T09:21:39Z</dcterms:modified>
</cp:coreProperties>
</file>